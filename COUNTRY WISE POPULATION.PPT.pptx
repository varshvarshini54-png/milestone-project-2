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279" autoAdjust="0"/>
    <p:restoredTop sz="94660"/>
  </p:normalViewPr>
  <p:slideViewPr>
    <p:cSldViewPr snapToGrid="0">
      <p:cViewPr varScale="1">
        <p:scale>
          <a:sx n="73" d="100"/>
          <a:sy n="73" d="100"/>
        </p:scale>
        <p:origin x="57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07951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66949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332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3164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591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963217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63252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701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7768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856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6093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16B7A4-2678-4C33-9A10-86E26C022609}" type="datetimeFigureOut">
              <a:rPr lang="en-IN" smtClean="0"/>
              <a:t>11-02-2026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E1C940-779E-408D-BF91-5657E28F05B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266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100000">
              <a:srgbClr val="0070C0"/>
            </a:gs>
            <a:gs pos="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7999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7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IN" sz="6600" dirty="0"/>
              <a:t> </a:t>
            </a:r>
            <a:r>
              <a:rPr lang="en-IN" sz="6600" dirty="0" smtClean="0"/>
              <a:t>         COUNTRY WISE POPULATION</a:t>
            </a:r>
            <a:br>
              <a:rPr lang="en-IN" sz="6600" dirty="0" smtClean="0"/>
            </a:br>
            <a:r>
              <a:rPr lang="en-IN" sz="6600" dirty="0"/>
              <a:t> </a:t>
            </a:r>
            <a:r>
              <a:rPr lang="en-IN" sz="6600" dirty="0" smtClean="0"/>
              <a:t>                         1980-2020</a:t>
            </a:r>
            <a:endParaRPr lang="en-IN" sz="6600" dirty="0"/>
          </a:p>
        </p:txBody>
      </p:sp>
    </p:spTree>
    <p:extLst>
      <p:ext uri="{BB962C8B-B14F-4D97-AF65-F5344CB8AC3E}">
        <p14:creationId xmlns:p14="http://schemas.microsoft.com/office/powerpoint/2010/main" val="10415690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0"/>
            <a:ext cx="12192001" cy="2171700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97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dirty="0" smtClean="0"/>
              <a:t>                   </a:t>
            </a:r>
            <a:r>
              <a:rPr lang="en-IN" sz="4800" dirty="0" smtClean="0"/>
              <a:t>INTRODUCTION</a:t>
            </a:r>
            <a:endParaRPr lang="en-IN" dirty="0"/>
          </a:p>
        </p:txBody>
      </p:sp>
      <p:sp>
        <p:nvSpPr>
          <p:cNvPr id="4" name="Rectangle 3"/>
          <p:cNvSpPr/>
          <p:nvPr/>
        </p:nvSpPr>
        <p:spPr>
          <a:xfrm>
            <a:off x="0" y="2038868"/>
            <a:ext cx="12192000" cy="5262979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8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N" sz="2400" b="1" dirty="0" smtClean="0"/>
              <a:t>The purpose of this dashboard is to analyze population trends across countries, compare population between countries, and understand population distribution clearly and interactively.</a:t>
            </a:r>
          </a:p>
          <a:p>
            <a:endParaRPr lang="en-IN" sz="2400" b="1" dirty="0"/>
          </a:p>
          <a:p>
            <a:r>
              <a:rPr lang="en-US" sz="2400" b="1" dirty="0" smtClean="0"/>
              <a:t>Analyze population trends across countries.Compare population between different countries.</a:t>
            </a:r>
          </a:p>
          <a:p>
            <a:endParaRPr lang="en-US" sz="2400" b="1" dirty="0"/>
          </a:p>
          <a:p>
            <a:r>
              <a:rPr lang="en-US" sz="2400" b="1" dirty="0" smtClean="0"/>
              <a:t>Understand population distribution globally.Identify countries with highest and lowest populations.</a:t>
            </a:r>
          </a:p>
          <a:p>
            <a:endParaRPr lang="en-US" sz="2400" b="1" dirty="0"/>
          </a:p>
          <a:p>
            <a:r>
              <a:rPr lang="en-US" sz="2400" b="1" dirty="0" smtClean="0"/>
              <a:t>Highlight average population across all countries.</a:t>
            </a:r>
          </a:p>
          <a:p>
            <a:endParaRPr lang="en-US" sz="2400" b="1" dirty="0" smtClean="0"/>
          </a:p>
          <a:p>
            <a:r>
              <a:rPr lang="en-US" sz="2400" b="1" dirty="0" smtClean="0"/>
              <a:t>Provide interactive visualizations for easy analysis</a:t>
            </a:r>
          </a:p>
          <a:p>
            <a:endParaRPr lang="en-US" sz="2400" b="1" dirty="0"/>
          </a:p>
          <a:p>
            <a:r>
              <a:rPr lang="en-US" sz="2400" b="1" dirty="0" smtClean="0"/>
              <a:t>Enable filtering by country for detailed insights.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14707072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6906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100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b="1" dirty="0" smtClean="0"/>
              <a:t>    DATA CLEANING AND TRANSFORMATION</a:t>
            </a:r>
            <a:endParaRPr lang="en-IN" b="1" dirty="0"/>
          </a:p>
        </p:txBody>
      </p:sp>
      <p:sp>
        <p:nvSpPr>
          <p:cNvPr id="3" name="Rectangle 2"/>
          <p:cNvSpPr/>
          <p:nvPr/>
        </p:nvSpPr>
        <p:spPr>
          <a:xfrm>
            <a:off x="0" y="1690688"/>
            <a:ext cx="12192000" cy="5509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N" sz="3200" b="1" dirty="0" smtClean="0"/>
              <a:t>    Loaded all period files from 1980 to 2020.Merged multiple files into a single consolidated table.</a:t>
            </a:r>
          </a:p>
          <a:p>
            <a:r>
              <a:rPr lang="en-IN" sz="3200" b="1" dirty="0" smtClean="0"/>
              <a:t>    Removed unnecessary columns like Units and Scale.Checked for missing or blank population values.Corrected inconsistent country names if any.</a:t>
            </a:r>
          </a:p>
          <a:p>
            <a:r>
              <a:rPr lang="en-IN" sz="3200" b="1" dirty="0"/>
              <a:t> </a:t>
            </a:r>
            <a:r>
              <a:rPr lang="en-IN" sz="3200" b="1" dirty="0" smtClean="0"/>
              <a:t>         Converted text values to numeric where required.Unpivoted columns to get 'Country' and 'Population Value'.Standardized column names for clarity.</a:t>
            </a:r>
          </a:p>
          <a:p>
            <a:r>
              <a:rPr lang="en-IN" sz="3200" b="1" dirty="0" smtClean="0"/>
              <a:t>         Ensured all population numbers are in the same units.</a:t>
            </a:r>
          </a:p>
          <a:p>
            <a:r>
              <a:rPr lang="en-IN" sz="3200" b="1" dirty="0" smtClean="0"/>
              <a:t>     Prepared the dataset ready for analysis and visualization in Power BI.</a:t>
            </a:r>
            <a:endParaRPr lang="en-IN" sz="3200" b="1" dirty="0"/>
          </a:p>
        </p:txBody>
      </p:sp>
    </p:spTree>
    <p:extLst>
      <p:ext uri="{BB962C8B-B14F-4D97-AF65-F5344CB8AC3E}">
        <p14:creationId xmlns:p14="http://schemas.microsoft.com/office/powerpoint/2010/main" val="6801356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IN" sz="4800" dirty="0" smtClean="0"/>
              <a:t>        DESCRIPTIVE STATISTICAL ANALYSIS</a:t>
            </a:r>
            <a:endParaRPr lang="en-IN" sz="4800" dirty="0"/>
          </a:p>
        </p:txBody>
      </p:sp>
      <p:sp>
        <p:nvSpPr>
          <p:cNvPr id="3" name="Rectangle 2"/>
          <p:cNvSpPr/>
          <p:nvPr/>
        </p:nvSpPr>
        <p:spPr>
          <a:xfrm>
            <a:off x="0" y="1678366"/>
            <a:ext cx="12192000" cy="5509200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wrap="square">
            <a:spAutoFit/>
          </a:bodyPr>
          <a:lstStyle/>
          <a:p>
            <a:r>
              <a:rPr lang="en-IN" sz="3200" dirty="0" smtClean="0"/>
              <a:t>  Calculated the total number of countries in the dataset.Determined the total population across all countries.Calculated the average population across countries.Identified the country with the highest population.</a:t>
            </a:r>
          </a:p>
          <a:p>
            <a:r>
              <a:rPr lang="en-IN" sz="3200" dirty="0"/>
              <a:t> </a:t>
            </a:r>
            <a:r>
              <a:rPr lang="en-IN" sz="3200" dirty="0" smtClean="0"/>
              <a:t>   Identified the country with the lowest population.Checked the population distribution across countries.</a:t>
            </a:r>
          </a:p>
          <a:p>
            <a:r>
              <a:rPr lang="en-IN" sz="3200" dirty="0"/>
              <a:t> </a:t>
            </a:r>
            <a:r>
              <a:rPr lang="en-IN" sz="3200" dirty="0" smtClean="0"/>
              <a:t>   </a:t>
            </a:r>
          </a:p>
          <a:p>
            <a:r>
              <a:rPr lang="en-IN" sz="3200" dirty="0"/>
              <a:t> </a:t>
            </a:r>
            <a:r>
              <a:rPr lang="en-IN" sz="3200" dirty="0" smtClean="0"/>
              <a:t>    Observed variations in population among different countries.Summarized population statistics in a clear table.</a:t>
            </a:r>
          </a:p>
          <a:p>
            <a:r>
              <a:rPr lang="en-IN" sz="3200" dirty="0" smtClean="0"/>
              <a:t>    </a:t>
            </a:r>
          </a:p>
          <a:p>
            <a:r>
              <a:rPr lang="en-IN" sz="3200" dirty="0"/>
              <a:t> </a:t>
            </a:r>
            <a:r>
              <a:rPr lang="en-IN" sz="3200" dirty="0" smtClean="0"/>
              <a:t>       Ensured data is ready for visualization using charts.</a:t>
            </a:r>
          </a:p>
          <a:p>
            <a:r>
              <a:rPr lang="en-IN" sz="3200" dirty="0"/>
              <a:t> </a:t>
            </a:r>
            <a:r>
              <a:rPr lang="en-IN" sz="3200" dirty="0" smtClean="0"/>
              <a:t>  Provided insights for creating interactive dashboards in Power BI.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2626857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000">
              <a:srgbClr val="0070C0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">
                <a:srgbClr val="0070C0"/>
              </a:gs>
              <a:gs pos="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>
            <a:normAutofit/>
          </a:bodyPr>
          <a:lstStyle/>
          <a:p>
            <a:r>
              <a:rPr lang="en-IN" b="1" dirty="0" smtClean="0"/>
              <a:t>            DAX CALCULATIONS AND MEASURES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3836" y="1833564"/>
            <a:ext cx="3719513" cy="1038224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613" y="3252787"/>
            <a:ext cx="3614736" cy="106203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3" y="4695823"/>
            <a:ext cx="3614736" cy="84772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8613" y="5786438"/>
            <a:ext cx="3614736" cy="895349"/>
          </a:xfrm>
          <a:prstGeom prst="rect">
            <a:avLst/>
          </a:prstGeom>
        </p:spPr>
      </p:pic>
      <p:sp>
        <p:nvSpPr>
          <p:cNvPr id="8" name="Right Arrow 7"/>
          <p:cNvSpPr/>
          <p:nvPr/>
        </p:nvSpPr>
        <p:spPr>
          <a:xfrm>
            <a:off x="4614863" y="2014538"/>
            <a:ext cx="1585912" cy="4572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ight Arrow 8"/>
          <p:cNvSpPr/>
          <p:nvPr/>
        </p:nvSpPr>
        <p:spPr>
          <a:xfrm>
            <a:off x="4614863" y="3783805"/>
            <a:ext cx="1557338" cy="44291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>
            <a:off x="4614863" y="5017289"/>
            <a:ext cx="1828800" cy="42386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ight Arrow 10"/>
          <p:cNvSpPr/>
          <p:nvPr/>
        </p:nvSpPr>
        <p:spPr>
          <a:xfrm>
            <a:off x="4614863" y="6234112"/>
            <a:ext cx="1757362" cy="447675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6300788" y="1919972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AVG_POPULATION = </a:t>
            </a:r>
            <a:r>
              <a:rPr lang="en-IN" b="1" dirty="0" smtClean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AVERAGE</a:t>
            </a:r>
            <a:r>
              <a:rPr lang="en-IN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1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'ConsolidatedFile-1980-2020'[Value]</a:t>
            </a:r>
            <a:r>
              <a:rPr lang="en-IN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286500" y="6037671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IN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POPULATION = </a:t>
            </a:r>
            <a:r>
              <a:rPr lang="en-IN" b="1" dirty="0" smtClean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SUM</a:t>
            </a:r>
            <a:r>
              <a:rPr lang="en-IN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IN" b="1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'ConsolidatedFile-1980-2020'[Value]</a:t>
            </a:r>
            <a:r>
              <a:rPr lang="en-IN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IN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443663" y="4906055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HIGHEST POPULATION = </a:t>
            </a:r>
            <a:r>
              <a:rPr lang="en-US" b="1" dirty="0" smtClean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MAX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'ConsolidatedFile-1980-2020'[Country]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096000" y="3638300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TOTAL COUNTRIES = </a:t>
            </a:r>
            <a:r>
              <a:rPr lang="en-US" b="1" dirty="0" smtClean="0">
                <a:solidFill>
                  <a:srgbClr val="3165BB"/>
                </a:solidFill>
                <a:effectLst/>
                <a:latin typeface="Consolas" panose="020B0609020204030204" pitchFamily="49" charset="0"/>
              </a:rPr>
              <a:t>COUNT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1" dirty="0" smtClean="0">
                <a:solidFill>
                  <a:srgbClr val="001080"/>
                </a:solidFill>
                <a:effectLst/>
                <a:latin typeface="Consolas" panose="020B0609020204030204" pitchFamily="49" charset="0"/>
              </a:rPr>
              <a:t>'ConsolidatedFile-1980-2020'[Country]</a:t>
            </a:r>
            <a:r>
              <a:rPr lang="en-US" b="1" dirty="0" smtClean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b="1" dirty="0">
              <a:solidFill>
                <a:srgbClr val="000000"/>
              </a:solidFill>
              <a:effectLst/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3154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2000">
              <a:srgbClr val="0070C0"/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">
                <a:srgbClr val="0070C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b="1" dirty="0" smtClean="0"/>
              <a:t>                      DATA VISUALIZATION</a:t>
            </a:r>
            <a:endParaRPr lang="en-IN" b="1" dirty="0"/>
          </a:p>
        </p:txBody>
      </p:sp>
      <p:sp>
        <p:nvSpPr>
          <p:cNvPr id="3" name="Rectangle 2"/>
          <p:cNvSpPr/>
          <p:nvPr/>
        </p:nvSpPr>
        <p:spPr>
          <a:xfrm>
            <a:off x="0" y="1690689"/>
            <a:ext cx="7758113" cy="50167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3200" dirty="0" smtClean="0"/>
              <a:t>  Used Line chart to show population trend across countries.Used Pie chart to show country-wise population share.Used Donut chart for population distribution visualization.Used Bar chart to compare population by country.Used Stacked Bar chart for country-wise comparison.Charts are interactive and update with slicer selection.</a:t>
            </a:r>
          </a:p>
          <a:p>
            <a:r>
              <a:rPr lang="en-IN" sz="3200" dirty="0" smtClean="0"/>
              <a:t>Country slicer allows filtering all charts at once.</a:t>
            </a:r>
            <a:endParaRPr lang="en-IN" sz="32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0519" y="2128838"/>
            <a:ext cx="4029075" cy="3571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1699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1690688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">
                <a:srgbClr val="0070C0"/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/>
          <a:lstStyle/>
          <a:p>
            <a:r>
              <a:rPr lang="en-IN" b="1" dirty="0" smtClean="0"/>
              <a:t>                     DASHBOARD DESIGN</a:t>
            </a:r>
            <a:endParaRPr lang="en-IN" b="1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90688"/>
            <a:ext cx="12192000" cy="442436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2000">
                <a:srgbClr val="0070C0"/>
              </a:gs>
              <a:gs pos="22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</p:pic>
      <p:sp>
        <p:nvSpPr>
          <p:cNvPr id="5" name="Rectangle 4"/>
          <p:cNvSpPr/>
          <p:nvPr/>
        </p:nvSpPr>
        <p:spPr>
          <a:xfrm>
            <a:off x="1862138" y="5334685"/>
            <a:ext cx="8567738" cy="14773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IN" b="1" dirty="0" smtClean="0"/>
          </a:p>
          <a:p>
            <a:endParaRPr lang="en-IN" b="1" dirty="0"/>
          </a:p>
          <a:p>
            <a:endParaRPr lang="en-IN" b="1" dirty="0" smtClean="0"/>
          </a:p>
          <a:p>
            <a:r>
              <a:rPr lang="en-IN" b="1" dirty="0" smtClean="0"/>
              <a:t>Dashboard is designed in a clean and simple layout.KP23WQIs and charts are clearly arranged for easy understanding.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172073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1542</TotalTime>
  <Words>364</Words>
  <Application>Microsoft Office PowerPoint</Application>
  <PresentationFormat>Widescreen</PresentationFormat>
  <Paragraphs>40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Consolas</vt:lpstr>
      <vt:lpstr>Office Theme</vt:lpstr>
      <vt:lpstr>          COUNTRY WISE POPULATION                           1980-2020</vt:lpstr>
      <vt:lpstr>                   INTRODUCTION</vt:lpstr>
      <vt:lpstr>    DATA CLEANING AND TRANSFORMATION</vt:lpstr>
      <vt:lpstr>        DESCRIPTIVE STATISTICAL ANALYSIS</vt:lpstr>
      <vt:lpstr>            DAX CALCULATIONS AND MEASURES</vt:lpstr>
      <vt:lpstr>                      DATA VISUALIZATION</vt:lpstr>
      <vt:lpstr>                     DASHBOARD DESIGN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COUNTRY WISE POPULATION                           1980-2020</dc:title>
  <dc:creator>DELL</dc:creator>
  <cp:lastModifiedBy>DELL</cp:lastModifiedBy>
  <cp:revision>10</cp:revision>
  <dcterms:created xsi:type="dcterms:W3CDTF">2026-02-11T11:38:27Z</dcterms:created>
  <dcterms:modified xsi:type="dcterms:W3CDTF">2026-02-12T13:20:35Z</dcterms:modified>
</cp:coreProperties>
</file>